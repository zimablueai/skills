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333333" cy="75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%</c:v>
                </c:pt>
              </c:strCache>
            </c:strRef>
          </c:tx>
          <c:spPr>
            <a:solidFill>
              <a:srgbClr val="6366F1"/>
            </a:solidFill>
            <a:ln>
              <a:solidFill>
                <a:srgbClr val="6366F1"/>
              </a:solidFill>
            </a:ln>
          </c:spPr>
          <c:cat>
            <c:strRef>
              <c:f>Sheet1!$A$2:$A$7</c:f>
              <c:strCache>
                <c:ptCount val="6"/>
                <c:pt idx="0">
                  <c:v>Vendor A</c:v>
                </c:pt>
                <c:pt idx="1">
                  <c:v>Vendor B</c:v>
                </c:pt>
                <c:pt idx="2">
                  <c:v>Vendor C</c:v>
                </c:pt>
                <c:pt idx="3">
                  <c:v>Vendor D</c:v>
                </c:pt>
                <c:pt idx="4">
                  <c:v>Vendor E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</c:v>
                </c:pt>
                <c:pt idx="1">
                  <c:v>22</c:v>
                </c:pt>
                <c:pt idx="2">
                  <c:v>16</c:v>
                </c:pt>
                <c:pt idx="3">
                  <c:v>9</c:v>
                </c:pt>
                <c:pt idx="4">
                  <c:v>7</c:v>
                </c:pt>
                <c:pt idx="5">
                  <c:v>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241893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Market share by vendor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241893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Top 5 + long-tail, FY 2026 H1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1124712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