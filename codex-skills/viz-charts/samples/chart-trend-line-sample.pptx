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Workspaces (k)</c:v>
                </c:pt>
              </c:strCache>
            </c:strRef>
          </c:tx>
          <c:spPr>
            <a:solidFill>
              <a:srgbClr val="00D9FF"/>
            </a:solidFill>
            <a:ln>
              <a:solidFill>
                <a:srgbClr val="00D9FF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4.2</c:v>
                </c:pt>
                <c:pt idx="1">
                  <c:v>4.8</c:v>
                </c:pt>
                <c:pt idx="2">
                  <c:v>5.6</c:v>
                </c:pt>
                <c:pt idx="3">
                  <c:v>6.4</c:v>
                </c:pt>
                <c:pt idx="4">
                  <c:v>7.3</c:v>
                </c:pt>
                <c:pt idx="5">
                  <c:v>8.1</c:v>
                </c:pt>
                <c:pt idx="6">
                  <c:v>8.9</c:v>
                </c:pt>
                <c:pt idx="7">
                  <c:v>9.6</c:v>
                </c:pt>
                <c:pt idx="8">
                  <c:v>10.4</c:v>
                </c:pt>
                <c:pt idx="9">
                  <c:v>11.3</c:v>
                </c:pt>
                <c:pt idx="10">
                  <c:v>12.1</c:v>
                </c:pt>
                <c:pt idx="11">
                  <c:v>12.8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6366F1"/>
            </a:solidFill>
            <a:ln>
              <a:solidFill>
                <a:srgbClr val="6366F1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4.0</c:v>
                </c:pt>
                <c:pt idx="1">
                  <c:v>4.5</c:v>
                </c:pt>
                <c:pt idx="2">
                  <c:v>5.0</c:v>
                </c:pt>
                <c:pt idx="3">
                  <c:v>5.6</c:v>
                </c:pt>
                <c:pt idx="4">
                  <c:v>6.2</c:v>
                </c:pt>
                <c:pt idx="5">
                  <c:v>6.9</c:v>
                </c:pt>
                <c:pt idx="6">
                  <c:v>7.6</c:v>
                </c:pt>
                <c:pt idx="7">
                  <c:v>8.3</c:v>
                </c:pt>
                <c:pt idx="8">
                  <c:v>9.1</c:v>
                </c:pt>
                <c:pt idx="9">
                  <c:v>9.9</c:v>
                </c:pt>
                <c:pt idx="10">
                  <c:v>10.8</c:v>
                </c:pt>
                <c:pt idx="11">
                  <c:v>11.7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41893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5E7EB"/>
                </a:solidFill>
              </a:rPr>
              <a:t>Active workspaces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24189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12-month rolling, monthly snapshots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