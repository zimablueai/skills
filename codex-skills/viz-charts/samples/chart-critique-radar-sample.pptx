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viz-deck pptx-deck</c:v>
                </c:pt>
              </c:strCache>
            </c:strRef>
          </c:tx>
          <c:spPr>
            <a:solidFill>
              <a:srgbClr val="D4FF00"/>
            </a:solidFill>
            <a:ln>
              <a:solidFill>
                <a:srgbClr val="D4FF0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Philosophy alignment</c:v>
                </c:pt>
                <c:pt idx="1">
                  <c:v>Visual hierarchy</c:v>
                </c:pt>
                <c:pt idx="2">
                  <c:v>Craft quality</c:v>
                </c:pt>
                <c:pt idx="3">
                  <c:v>Functionality</c:v>
                </c:pt>
                <c:pt idx="4">
                  <c:v>Originality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8.0</c:v>
                </c:pt>
                <c:pt idx="2">
                  <c:v>7.6</c:v>
                </c:pt>
                <c:pt idx="3">
                  <c:v>8.8</c:v>
                </c:pt>
                <c:pt idx="4">
                  <c:v>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biz-decision PPTX</c:v>
                </c:pt>
              </c:strCache>
            </c:strRef>
          </c:tx>
          <c:spPr>
            <a:solidFill>
              <a:srgbClr val="FFFFFF"/>
            </a:solidFill>
            <a:ln>
              <a:solidFill>
                <a:srgbClr val="FFFFFF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Philosophy alignment</c:v>
                </c:pt>
                <c:pt idx="1">
                  <c:v>Visual hierarchy</c:v>
                </c:pt>
                <c:pt idx="2">
                  <c:v>Craft quality</c:v>
                </c:pt>
                <c:pt idx="3">
                  <c:v>Functionality</c:v>
                </c:pt>
                <c:pt idx="4">
                  <c:v>Originality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9.0</c:v>
                </c:pt>
                <c:pt idx="1">
                  <c:v>7.8</c:v>
                </c:pt>
                <c:pt idx="2">
                  <c:v>7.4</c:v>
                </c:pt>
                <c:pt idx="3">
                  <c:v>8.2</c:v>
                </c:pt>
                <c:pt idx="4">
                  <c:v>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viz-charts native chart</c:v>
                </c:pt>
              </c:strCache>
            </c:strRef>
          </c:tx>
          <c:spPr>
            <a:solidFill>
              <a:srgbClr val="FFB800"/>
            </a:solidFill>
            <a:ln>
              <a:solidFill>
                <a:srgbClr val="FFB80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Philosophy alignment</c:v>
                </c:pt>
                <c:pt idx="1">
                  <c:v>Visual hierarchy</c:v>
                </c:pt>
                <c:pt idx="2">
                  <c:v>Craft quality</c:v>
                </c:pt>
                <c:pt idx="3">
                  <c:v>Functionality</c:v>
                </c:pt>
                <c:pt idx="4">
                  <c:v>Originality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8.4</c:v>
                </c:pt>
                <c:pt idx="1">
                  <c:v>7.6</c:v>
                </c:pt>
                <c:pt idx="2">
                  <c:v>8.6</c:v>
                </c:pt>
                <c:pt idx="3">
                  <c:v>9.2</c:v>
                </c:pt>
                <c:pt idx="4">
                  <c:v>7.0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241893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5"/>
                </a:solidFill>
              </a:rPr>
              <a:t>5-dimension design critique — v0.3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241893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</a:rPr>
              <a:t>Scoring the v3 PPTX bridge against the 5-dim standard (each 0–10)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