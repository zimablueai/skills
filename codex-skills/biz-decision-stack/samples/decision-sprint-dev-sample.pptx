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5805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SPRINT DEV REPORT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09484" y="169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2026-05-13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10296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 SPRINT-W22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1495" y="1564958"/>
            <a:ext cx="1355739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W22 sprint — velocity green, quality amber, two blockers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545" y="2393632"/>
            <a:ext cx="1417553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Shipped 18 of 22 story points. Two blockers required engineering escalation. Quality gate slipped on the inbox refactor.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3238500"/>
            <a:ext cx="11049000" cy="104775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3238500"/>
            <a:ext cx="57150" cy="1047750"/>
          </a:xfrm>
          <a:prstGeom prst="rect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5820" y="3522345"/>
            <a:ext cx="5197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VERDICT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1055" y="3788092"/>
            <a:ext cx="112132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HOLD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0855" y="3759518"/>
            <a:ext cx="14930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Hold on scope for W23 (carry over the 4 unshipped points; do NOT add new). The quality regression on inbox is a real signal — fix the gate before resuming.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9118" y="6371749"/>
            <a:ext cx="2139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Dev Lead · dev@zimablueai.com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75406" y="6371749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PR-batch W22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W22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172413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Six dev KPIs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51716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Velocity at plan, quality dropped, customer-reported issues stable.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3422" y="1911191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Story points shipped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9610" y="2165985"/>
            <a:ext cx="135214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18 / 22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924300" y="1866900"/>
            <a:ext cx="76200" cy="76200"/>
          </a:xfrm>
          <a:prstGeom prst="rect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3422" y="29970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carry to W23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053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3053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447222" y="1911191"/>
            <a:ext cx="7104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PRs merged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23410" y="21659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47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58100" y="18669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447222" y="29970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above plan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391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0391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181022" y="1911191"/>
            <a:ext cx="1001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Avg PR lead time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57210" y="21659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34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95360" y="2327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h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391900" y="18669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81022" y="29970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review queue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3422" y="35875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P1 bugs in prod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10" y="384238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3422" y="430196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2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924300" y="35433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13422" y="4673441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inbox refactor leaked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3053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43053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447222" y="3587591"/>
            <a:ext cx="11469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Build success rate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234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92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61560" y="4004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58100" y="35433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447222" y="4673441"/>
            <a:ext cx="5932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1.x flakes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0391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0391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181022" y="3587591"/>
            <a:ext cx="8116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On-call MTTR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572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44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95360" y="4004310"/>
            <a:ext cx="3108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min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810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60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13919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181022" y="46734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21521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WORKED / DIDN'T / CHANGE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61498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Three keepers, two drops, three changes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30707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Sprint retro distilled to actionable diff.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3619500" cy="4572000"/>
          </a:xfrm>
          <a:prstGeom prst="roundRect">
            <a:avLst>
              <a:gd name="adj" fmla="val 52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457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0570" y="1903095"/>
            <a:ext cx="533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WORKED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2479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1065" y="2267902"/>
            <a:ext cx="25876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Pair on first PR of every refactor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3922" y="2463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caught 2 design issues early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72415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1065" y="2744152"/>
            <a:ext cx="2817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Async standup format (Slack thread)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3922" y="2939891"/>
            <a:ext cx="2009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saved 3.5h across team this week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2004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01065" y="3220402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Daily SLO dashboard in #ops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3922" y="3416141"/>
            <a:ext cx="14849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spotted MTTR drift Day 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286250" y="1714500"/>
            <a:ext cx="3619500" cy="4572000"/>
          </a:xfrm>
          <a:prstGeom prst="roundRect">
            <a:avLst>
              <a:gd name="adj" fmla="val 52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286250" y="1714500"/>
            <a:ext cx="28575" cy="457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465320" y="1903095"/>
            <a:ext cx="443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F4444"/>
                </a:solidFill>
                <a:latin typeface="JetBrains Mono"/>
                <a:ea typeface="Microsoft YaHei"/>
                <a:cs typeface="JetBrains Mono"/>
              </a:rPr>
              <a:t>DIDN'T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476750" y="2247900"/>
            <a:ext cx="5715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15815" y="226790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Inbox refactor quality gate optional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8672" y="2463641"/>
            <a:ext cx="17379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skipped under deadline → 3 P1s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76750" y="2724150"/>
            <a:ext cx="5715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615815" y="2744152"/>
            <a:ext cx="2487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Late-Friday merges (3 of 18 PRs)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18672" y="2939891"/>
            <a:ext cx="13162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1 caused weekend page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1714500"/>
            <a:ext cx="3619500" cy="4572000"/>
          </a:xfrm>
          <a:prstGeom prst="roundRect">
            <a:avLst>
              <a:gd name="adj" fmla="val 52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001000" y="1714500"/>
            <a:ext cx="28575" cy="457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80070" y="1903095"/>
            <a:ext cx="4783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CHANGE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191500" y="22479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30565" y="226790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Quality gate becomes hard CI block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3422" y="24636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starts W23 day 1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91500" y="272415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30565" y="2744152"/>
            <a:ext cx="19895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Friday 14:00 deploy freeze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33422" y="2939891"/>
            <a:ext cx="13945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VP sign-off to override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32004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30565" y="3220402"/>
            <a:ext cx="29480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Pair review for any refactor &gt; 200 LOC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33422" y="3416141"/>
            <a:ext cx="6776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starts W23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1216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W23 ACTIONS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408653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Four actions, three owners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905000"/>
            <a:ext cx="11049000" cy="34290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1522" y="2044541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022" y="2044541"/>
            <a:ext cx="432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00022" y="2044541"/>
            <a:ext cx="4194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14522" y="204454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11520" y="2044541"/>
            <a:ext cx="438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STATUS</a:t>
            </a:r>
          </a:p>
        </p:txBody>
      </p:sp>
      <p:sp>
        <p:nvSpPr>
          <p:cNvPr id="14" name="Line 14"/>
          <p:cNvSpPr/>
          <p:nvPr/>
        </p:nvSpPr>
        <p:spPr>
          <a:xfrm>
            <a:off x="571500" y="22479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46760" y="2451735"/>
            <a:ext cx="186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9212" y="2412206"/>
            <a:ext cx="40458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Enforce coverage-70% block in CI for refactor PRs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97165" y="24679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DevTools · A. Lin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1665" y="24679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W23 Mon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38369" y="24760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0" name="Line 20"/>
          <p:cNvSpPr/>
          <p:nvPr/>
        </p:nvSpPr>
        <p:spPr>
          <a:xfrm>
            <a:off x="571500" y="2781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46760" y="29851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9212" y="2945606"/>
            <a:ext cx="3963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Migrate 1.x flaky tests to Pytest (15 of 47 files)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7165" y="30013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DevTools · A. Lin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11665" y="3001328"/>
            <a:ext cx="5710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W26 Fri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38369" y="30094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6" name="Line 26"/>
          <p:cNvSpPr/>
          <p:nvPr/>
        </p:nvSpPr>
        <p:spPr>
          <a:xfrm>
            <a:off x="571500" y="3314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46760" y="35185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9212" y="3479006"/>
            <a:ext cx="4374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Set up Friday 14:00 deploy-freeze guard in release bot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97165" y="3534728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Release · P. Chen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11665" y="35347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W23 Wed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38369" y="35428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32" name="Line 32"/>
          <p:cNvSpPr/>
          <p:nvPr/>
        </p:nvSpPr>
        <p:spPr>
          <a:xfrm>
            <a:off x="571500" y="3848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6760" y="40519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9212" y="4012406"/>
            <a:ext cx="3298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Pair review process doc + Slack reminder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97165" y="4068128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EM · S. Wong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11665" y="4068128"/>
            <a:ext cx="5710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W23 Fri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68273" y="4076224"/>
            <a:ext cx="3836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