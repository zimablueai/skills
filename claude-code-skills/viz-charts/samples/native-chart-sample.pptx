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Americas</c:v>
                </c:pt>
              </c:strCache>
            </c:strRef>
          </c:tx>
          <c:spPr>
            <a:solidFill>
              <a:srgbClr val="00D9FF"/>
            </a:solidFill>
            <a:ln>
              <a:solidFill>
                <a:srgbClr val="00D9FF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 (fcst)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EMEA</c:v>
                </c:pt>
              </c:strCache>
            </c:strRef>
          </c:tx>
          <c:spPr>
            <a:solidFill>
              <a:srgbClr val="6366F1"/>
            </a:solidFill>
            <a:ln>
              <a:solidFill>
                <a:srgbClr val="6366F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 (fcst)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solidFill>
              <a:srgbClr val="FFB800"/>
            </a:solidFill>
            <a:ln>
              <a:solidFill>
                <a:srgbClr val="FFB800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 (fcst)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41893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5E7EB"/>
                </a:solidFill>
              </a:rPr>
              <a:t>Quarterly revenue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24189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USD millions, FY 2026 (actuals + Q4 forecast)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